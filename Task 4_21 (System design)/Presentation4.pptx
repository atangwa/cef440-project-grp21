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3" r:id="rId3"/>
    <p:sldId id="265" r:id="rId4"/>
    <p:sldId id="275" r:id="rId5"/>
    <p:sldId id="280" r:id="rId6"/>
    <p:sldId id="281" r:id="rId7"/>
    <p:sldId id="276" r:id="rId8"/>
    <p:sldId id="282" r:id="rId9"/>
    <p:sldId id="278" r:id="rId10"/>
    <p:sldId id="274" r:id="rId11"/>
    <p:sldId id="279" r:id="rId12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8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60EDB0-1A2A-4320-9C50-AEB882BC15D3}" type="doc">
      <dgm:prSet loTypeId="urn:microsoft.com/office/officeart/2005/8/layout/hProcess11" loCatId="process" qsTypeId="urn:microsoft.com/office/officeart/2005/8/quickstyle/3d3" qsCatId="3D" csTypeId="urn:microsoft.com/office/officeart/2005/8/colors/accent5_4" csCatId="accent5" phldr="1"/>
      <dgm:spPr/>
      <dgm:t>
        <a:bodyPr/>
        <a:lstStyle/>
        <a:p>
          <a:endParaRPr lang="en-CM"/>
        </a:p>
      </dgm:t>
    </dgm:pt>
    <dgm:pt modelId="{9501A89E-7150-47C4-A321-7575DCB40594}">
      <dgm:prSet custT="1"/>
      <dgm:spPr/>
      <dgm:t>
        <a:bodyPr/>
        <a:lstStyle/>
        <a:p>
          <a:r>
            <a:rPr lang="en-GB" sz="1800"/>
            <a:t>Objective of the Car Fault Diagnostic App</a:t>
          </a:r>
          <a:endParaRPr lang="en-CM" sz="1800" dirty="0"/>
        </a:p>
      </dgm:t>
    </dgm:pt>
    <dgm:pt modelId="{13797715-D3AE-43DE-9C8D-ED8703543D6F}" type="parTrans" cxnId="{D73C48E9-786D-4AD2-A1F9-7B614C80CF78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6CDEC08E-4CA8-4834-88F1-26279D20C622}" type="sibTrans" cxnId="{D73C48E9-786D-4AD2-A1F9-7B614C80CF78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1D1E5B96-5743-46A2-908D-AB144D37C6ED}">
      <dgm:prSet custT="1"/>
      <dgm:spPr/>
      <dgm:t>
        <a:bodyPr/>
        <a:lstStyle/>
        <a:p>
          <a:r>
            <a:rPr lang="en-US" sz="2000"/>
            <a:t>Overview of UML Designs</a:t>
          </a:r>
          <a:endParaRPr lang="en-CM" sz="2000" dirty="0"/>
        </a:p>
      </dgm:t>
    </dgm:pt>
    <dgm:pt modelId="{23CE5B81-6E95-4A6B-8BC3-9937E7CD4A7C}" type="parTrans" cxnId="{AE526165-DC5E-4C25-8B63-824FD0C31EBB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2158C0D5-C654-4420-AFF5-95D1EFAB5D5D}" type="sibTrans" cxnId="{AE526165-DC5E-4C25-8B63-824FD0C31EBB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301E5DBE-61B4-4C54-97F2-BD45C02E9F9E}">
      <dgm:prSet custT="1"/>
      <dgm:spPr/>
      <dgm:t>
        <a:bodyPr/>
        <a:lstStyle/>
        <a:p>
          <a:r>
            <a:rPr lang="en-US" sz="1800" dirty="0"/>
            <a:t>Key UML Diagrams</a:t>
          </a:r>
          <a:endParaRPr lang="en-CM" sz="1800" dirty="0"/>
        </a:p>
      </dgm:t>
    </dgm:pt>
    <dgm:pt modelId="{6F8210FC-95F8-44CD-98F1-4A804ECC4991}" type="parTrans" cxnId="{43AFF03D-101F-4208-B08F-2389180B6CFD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CBBCC423-B5F5-4810-8B7C-B400034A5371}" type="sibTrans" cxnId="{43AFF03D-101F-4208-B08F-2389180B6CFD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D8C214CA-F436-4923-9F81-18457B620A06}">
      <dgm:prSet custT="1"/>
      <dgm:spPr/>
      <dgm:t>
        <a:bodyPr/>
        <a:lstStyle/>
        <a:p>
          <a:r>
            <a:rPr lang="en-US" sz="1800" dirty="0"/>
            <a:t>Conclusion</a:t>
          </a:r>
          <a:endParaRPr lang="en-CM" sz="1800" dirty="0"/>
        </a:p>
      </dgm:t>
    </dgm:pt>
    <dgm:pt modelId="{F76BDE5A-9DD9-41D5-A454-987F41F87032}" type="parTrans" cxnId="{26D3BD33-F734-408E-A9E1-C5F12EA4D8C7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780C5FD9-4909-456C-9490-89AA85DF71B2}" type="sibTrans" cxnId="{26D3BD33-F734-408E-A9E1-C5F12EA4D8C7}">
      <dgm:prSet/>
      <dgm:spPr/>
      <dgm:t>
        <a:bodyPr/>
        <a:lstStyle/>
        <a:p>
          <a:endParaRPr lang="en-CM">
            <a:solidFill>
              <a:schemeClr val="bg1"/>
            </a:solidFill>
          </a:endParaRPr>
        </a:p>
      </dgm:t>
    </dgm:pt>
    <dgm:pt modelId="{D9967131-E460-4D81-9F2A-5D628B537006}" type="pres">
      <dgm:prSet presAssocID="{F660EDB0-1A2A-4320-9C50-AEB882BC15D3}" presName="Name0" presStyleCnt="0">
        <dgm:presLayoutVars>
          <dgm:dir/>
          <dgm:resizeHandles val="exact"/>
        </dgm:presLayoutVars>
      </dgm:prSet>
      <dgm:spPr/>
    </dgm:pt>
    <dgm:pt modelId="{2BBBEE16-8508-4E3C-B363-EA26125704E4}" type="pres">
      <dgm:prSet presAssocID="{F660EDB0-1A2A-4320-9C50-AEB882BC15D3}" presName="arrow" presStyleLbl="bgShp" presStyleIdx="0" presStyleCnt="1"/>
      <dgm:spPr/>
    </dgm:pt>
    <dgm:pt modelId="{3E453F4F-8542-4366-9417-24838EF39F52}" type="pres">
      <dgm:prSet presAssocID="{F660EDB0-1A2A-4320-9C50-AEB882BC15D3}" presName="points" presStyleCnt="0"/>
      <dgm:spPr/>
    </dgm:pt>
    <dgm:pt modelId="{B540D32F-B840-4427-8C05-29D34B2C8E67}" type="pres">
      <dgm:prSet presAssocID="{9501A89E-7150-47C4-A321-7575DCB40594}" presName="compositeA" presStyleCnt="0"/>
      <dgm:spPr/>
    </dgm:pt>
    <dgm:pt modelId="{1F83246A-01F5-4617-8007-4FBF1AD68367}" type="pres">
      <dgm:prSet presAssocID="{9501A89E-7150-47C4-A321-7575DCB40594}" presName="textA" presStyleLbl="revTx" presStyleIdx="0" presStyleCnt="4" custScaleX="362461">
        <dgm:presLayoutVars>
          <dgm:bulletEnabled val="1"/>
        </dgm:presLayoutVars>
      </dgm:prSet>
      <dgm:spPr/>
    </dgm:pt>
    <dgm:pt modelId="{DA3D72FD-7E73-42A9-B5AD-6DC62EFEA069}" type="pres">
      <dgm:prSet presAssocID="{9501A89E-7150-47C4-A321-7575DCB40594}" presName="circleA" presStyleLbl="node1" presStyleIdx="0" presStyleCnt="4"/>
      <dgm:spPr/>
    </dgm:pt>
    <dgm:pt modelId="{3E0FB794-F0F9-4E67-B271-C7FE29A05F60}" type="pres">
      <dgm:prSet presAssocID="{9501A89E-7150-47C4-A321-7575DCB40594}" presName="spaceA" presStyleCnt="0"/>
      <dgm:spPr/>
    </dgm:pt>
    <dgm:pt modelId="{A93E8402-3595-44B7-AA00-8E739DED69A9}" type="pres">
      <dgm:prSet presAssocID="{6CDEC08E-4CA8-4834-88F1-26279D20C622}" presName="space" presStyleCnt="0"/>
      <dgm:spPr/>
    </dgm:pt>
    <dgm:pt modelId="{A62315BD-71EE-4BC2-B90C-4C4F8DBED6E6}" type="pres">
      <dgm:prSet presAssocID="{1D1E5B96-5743-46A2-908D-AB144D37C6ED}" presName="compositeB" presStyleCnt="0"/>
      <dgm:spPr/>
    </dgm:pt>
    <dgm:pt modelId="{8259534C-AAE0-40F2-ADA6-3E985BFFEC11}" type="pres">
      <dgm:prSet presAssocID="{1D1E5B96-5743-46A2-908D-AB144D37C6ED}" presName="textB" presStyleLbl="revTx" presStyleIdx="1" presStyleCnt="4" custScaleX="189035" custLinFactNeighborX="-38507">
        <dgm:presLayoutVars>
          <dgm:bulletEnabled val="1"/>
        </dgm:presLayoutVars>
      </dgm:prSet>
      <dgm:spPr/>
    </dgm:pt>
    <dgm:pt modelId="{ED482ADA-D576-485C-963B-3C5F41087FF6}" type="pres">
      <dgm:prSet presAssocID="{1D1E5B96-5743-46A2-908D-AB144D37C6ED}" presName="circleB" presStyleLbl="node1" presStyleIdx="1" presStyleCnt="4" custLinFactX="-78749" custLinFactNeighborX="-100000" custLinFactNeighborY="-11000"/>
      <dgm:spPr/>
    </dgm:pt>
    <dgm:pt modelId="{E7A6A3B3-CF56-47D1-B639-BBA1F3E6AD70}" type="pres">
      <dgm:prSet presAssocID="{1D1E5B96-5743-46A2-908D-AB144D37C6ED}" presName="spaceB" presStyleCnt="0"/>
      <dgm:spPr/>
    </dgm:pt>
    <dgm:pt modelId="{79DF04B9-D3FA-4637-8FE2-54C88316AEE6}" type="pres">
      <dgm:prSet presAssocID="{2158C0D5-C654-4420-AFF5-95D1EFAB5D5D}" presName="space" presStyleCnt="0"/>
      <dgm:spPr/>
    </dgm:pt>
    <dgm:pt modelId="{2CD89D8E-844F-4751-9ED4-934D8D13431F}" type="pres">
      <dgm:prSet presAssocID="{301E5DBE-61B4-4C54-97F2-BD45C02E9F9E}" presName="compositeA" presStyleCnt="0"/>
      <dgm:spPr/>
    </dgm:pt>
    <dgm:pt modelId="{E825CB39-4161-4BD4-B56C-D7D66AC784A9}" type="pres">
      <dgm:prSet presAssocID="{301E5DBE-61B4-4C54-97F2-BD45C02E9F9E}" presName="textA" presStyleLbl="revTx" presStyleIdx="2" presStyleCnt="4" custScaleX="278597" custLinFactNeighborX="-62275" custLinFactNeighborY="8333">
        <dgm:presLayoutVars>
          <dgm:bulletEnabled val="1"/>
        </dgm:presLayoutVars>
      </dgm:prSet>
      <dgm:spPr/>
    </dgm:pt>
    <dgm:pt modelId="{9149BB3D-BFCE-48A4-9DA4-F96BAF2D754C}" type="pres">
      <dgm:prSet presAssocID="{301E5DBE-61B4-4C54-97F2-BD45C02E9F9E}" presName="circleA" presStyleLbl="node1" presStyleIdx="2" presStyleCnt="4" custLinFactX="-100000" custLinFactNeighborX="-111748" custLinFactNeighborY="-11000"/>
      <dgm:spPr/>
    </dgm:pt>
    <dgm:pt modelId="{5BF42F83-66AA-44AA-81CB-02E602CC9A1A}" type="pres">
      <dgm:prSet presAssocID="{301E5DBE-61B4-4C54-97F2-BD45C02E9F9E}" presName="spaceA" presStyleCnt="0"/>
      <dgm:spPr/>
    </dgm:pt>
    <dgm:pt modelId="{91FF18B9-279D-44AC-AB6A-809673BD0454}" type="pres">
      <dgm:prSet presAssocID="{CBBCC423-B5F5-4810-8B7C-B400034A5371}" presName="space" presStyleCnt="0"/>
      <dgm:spPr/>
    </dgm:pt>
    <dgm:pt modelId="{8FBCBCAE-6B34-4C0D-A5B1-5C5803E8DF16}" type="pres">
      <dgm:prSet presAssocID="{D8C214CA-F436-4923-9F81-18457B620A06}" presName="compositeB" presStyleCnt="0"/>
      <dgm:spPr/>
    </dgm:pt>
    <dgm:pt modelId="{0EBD65EF-16C8-4CAF-B1C5-07B555184C42}" type="pres">
      <dgm:prSet presAssocID="{D8C214CA-F436-4923-9F81-18457B620A06}" presName="textB" presStyleLbl="revTx" presStyleIdx="3" presStyleCnt="4" custScaleX="156634">
        <dgm:presLayoutVars>
          <dgm:bulletEnabled val="1"/>
        </dgm:presLayoutVars>
      </dgm:prSet>
      <dgm:spPr/>
    </dgm:pt>
    <dgm:pt modelId="{FBA545A2-AEE8-494D-9109-DB4FC1690CDC}" type="pres">
      <dgm:prSet presAssocID="{D8C214CA-F436-4923-9F81-18457B620A06}" presName="circleB" presStyleLbl="node1" presStyleIdx="3" presStyleCnt="4"/>
      <dgm:spPr/>
    </dgm:pt>
    <dgm:pt modelId="{49596337-7706-4DB9-987F-E97E34C48C0D}" type="pres">
      <dgm:prSet presAssocID="{D8C214CA-F436-4923-9F81-18457B620A06}" presName="spaceB" presStyleCnt="0"/>
      <dgm:spPr/>
    </dgm:pt>
  </dgm:ptLst>
  <dgm:cxnLst>
    <dgm:cxn modelId="{26D3BD33-F734-408E-A9E1-C5F12EA4D8C7}" srcId="{F660EDB0-1A2A-4320-9C50-AEB882BC15D3}" destId="{D8C214CA-F436-4923-9F81-18457B620A06}" srcOrd="3" destOrd="0" parTransId="{F76BDE5A-9DD9-41D5-A454-987F41F87032}" sibTransId="{780C5FD9-4909-456C-9490-89AA85DF71B2}"/>
    <dgm:cxn modelId="{E6E43B3D-50A4-49FB-955E-65DE687F6FA0}" type="presOf" srcId="{1D1E5B96-5743-46A2-908D-AB144D37C6ED}" destId="{8259534C-AAE0-40F2-ADA6-3E985BFFEC11}" srcOrd="0" destOrd="0" presId="urn:microsoft.com/office/officeart/2005/8/layout/hProcess11"/>
    <dgm:cxn modelId="{43AFF03D-101F-4208-B08F-2389180B6CFD}" srcId="{F660EDB0-1A2A-4320-9C50-AEB882BC15D3}" destId="{301E5DBE-61B4-4C54-97F2-BD45C02E9F9E}" srcOrd="2" destOrd="0" parTransId="{6F8210FC-95F8-44CD-98F1-4A804ECC4991}" sibTransId="{CBBCC423-B5F5-4810-8B7C-B400034A5371}"/>
    <dgm:cxn modelId="{AE526165-DC5E-4C25-8B63-824FD0C31EBB}" srcId="{F660EDB0-1A2A-4320-9C50-AEB882BC15D3}" destId="{1D1E5B96-5743-46A2-908D-AB144D37C6ED}" srcOrd="1" destOrd="0" parTransId="{23CE5B81-6E95-4A6B-8BC3-9937E7CD4A7C}" sibTransId="{2158C0D5-C654-4420-AFF5-95D1EFAB5D5D}"/>
    <dgm:cxn modelId="{CE371688-61F7-4D6A-BE8D-1F2DE2CD8C38}" type="presOf" srcId="{301E5DBE-61B4-4C54-97F2-BD45C02E9F9E}" destId="{E825CB39-4161-4BD4-B56C-D7D66AC784A9}" srcOrd="0" destOrd="0" presId="urn:microsoft.com/office/officeart/2005/8/layout/hProcess11"/>
    <dgm:cxn modelId="{3AB358A5-734D-4EC8-9989-C794540DEBA5}" type="presOf" srcId="{F660EDB0-1A2A-4320-9C50-AEB882BC15D3}" destId="{D9967131-E460-4D81-9F2A-5D628B537006}" srcOrd="0" destOrd="0" presId="urn:microsoft.com/office/officeart/2005/8/layout/hProcess11"/>
    <dgm:cxn modelId="{516383BB-0DAC-4C5C-ADC2-7180456CC223}" type="presOf" srcId="{9501A89E-7150-47C4-A321-7575DCB40594}" destId="{1F83246A-01F5-4617-8007-4FBF1AD68367}" srcOrd="0" destOrd="0" presId="urn:microsoft.com/office/officeart/2005/8/layout/hProcess11"/>
    <dgm:cxn modelId="{D73C48E9-786D-4AD2-A1F9-7B614C80CF78}" srcId="{F660EDB0-1A2A-4320-9C50-AEB882BC15D3}" destId="{9501A89E-7150-47C4-A321-7575DCB40594}" srcOrd="0" destOrd="0" parTransId="{13797715-D3AE-43DE-9C8D-ED8703543D6F}" sibTransId="{6CDEC08E-4CA8-4834-88F1-26279D20C622}"/>
    <dgm:cxn modelId="{0DF8F8F6-60AA-47D6-8D66-660A8C46223F}" type="presOf" srcId="{D8C214CA-F436-4923-9F81-18457B620A06}" destId="{0EBD65EF-16C8-4CAF-B1C5-07B555184C42}" srcOrd="0" destOrd="0" presId="urn:microsoft.com/office/officeart/2005/8/layout/hProcess11"/>
    <dgm:cxn modelId="{A2507377-EFF7-46E4-9A60-226C101A8336}" type="presParOf" srcId="{D9967131-E460-4D81-9F2A-5D628B537006}" destId="{2BBBEE16-8508-4E3C-B363-EA26125704E4}" srcOrd="0" destOrd="0" presId="urn:microsoft.com/office/officeart/2005/8/layout/hProcess11"/>
    <dgm:cxn modelId="{D2A19E22-9B0B-4BDB-B2FB-EE7D2E8CD25C}" type="presParOf" srcId="{D9967131-E460-4D81-9F2A-5D628B537006}" destId="{3E453F4F-8542-4366-9417-24838EF39F52}" srcOrd="1" destOrd="0" presId="urn:microsoft.com/office/officeart/2005/8/layout/hProcess11"/>
    <dgm:cxn modelId="{14A31C92-40DD-494D-9E70-6EB7D739E8CE}" type="presParOf" srcId="{3E453F4F-8542-4366-9417-24838EF39F52}" destId="{B540D32F-B840-4427-8C05-29D34B2C8E67}" srcOrd="0" destOrd="0" presId="urn:microsoft.com/office/officeart/2005/8/layout/hProcess11"/>
    <dgm:cxn modelId="{4634E10E-B9F5-4A5B-B28E-07F423A68557}" type="presParOf" srcId="{B540D32F-B840-4427-8C05-29D34B2C8E67}" destId="{1F83246A-01F5-4617-8007-4FBF1AD68367}" srcOrd="0" destOrd="0" presId="urn:microsoft.com/office/officeart/2005/8/layout/hProcess11"/>
    <dgm:cxn modelId="{7AEEC98B-2440-4520-96C0-B25B37A8DC55}" type="presParOf" srcId="{B540D32F-B840-4427-8C05-29D34B2C8E67}" destId="{DA3D72FD-7E73-42A9-B5AD-6DC62EFEA069}" srcOrd="1" destOrd="0" presId="urn:microsoft.com/office/officeart/2005/8/layout/hProcess11"/>
    <dgm:cxn modelId="{15240646-76A0-4F6D-B501-C87A4238F40F}" type="presParOf" srcId="{B540D32F-B840-4427-8C05-29D34B2C8E67}" destId="{3E0FB794-F0F9-4E67-B271-C7FE29A05F60}" srcOrd="2" destOrd="0" presId="urn:microsoft.com/office/officeart/2005/8/layout/hProcess11"/>
    <dgm:cxn modelId="{DED631BB-EAC9-4CA2-9DF6-FD62EC4E1215}" type="presParOf" srcId="{3E453F4F-8542-4366-9417-24838EF39F52}" destId="{A93E8402-3595-44B7-AA00-8E739DED69A9}" srcOrd="1" destOrd="0" presId="urn:microsoft.com/office/officeart/2005/8/layout/hProcess11"/>
    <dgm:cxn modelId="{9E963253-9288-497B-9DA4-D82D4DFB6B1F}" type="presParOf" srcId="{3E453F4F-8542-4366-9417-24838EF39F52}" destId="{A62315BD-71EE-4BC2-B90C-4C4F8DBED6E6}" srcOrd="2" destOrd="0" presId="urn:microsoft.com/office/officeart/2005/8/layout/hProcess11"/>
    <dgm:cxn modelId="{7A5AE6DC-537E-48B1-9D4E-5FE00DFAFECB}" type="presParOf" srcId="{A62315BD-71EE-4BC2-B90C-4C4F8DBED6E6}" destId="{8259534C-AAE0-40F2-ADA6-3E985BFFEC11}" srcOrd="0" destOrd="0" presId="urn:microsoft.com/office/officeart/2005/8/layout/hProcess11"/>
    <dgm:cxn modelId="{C89E3175-DBB8-40FC-8E3E-5E99B55EA742}" type="presParOf" srcId="{A62315BD-71EE-4BC2-B90C-4C4F8DBED6E6}" destId="{ED482ADA-D576-485C-963B-3C5F41087FF6}" srcOrd="1" destOrd="0" presId="urn:microsoft.com/office/officeart/2005/8/layout/hProcess11"/>
    <dgm:cxn modelId="{86349868-F64D-4FFD-8E1D-5D69B0D49F8E}" type="presParOf" srcId="{A62315BD-71EE-4BC2-B90C-4C4F8DBED6E6}" destId="{E7A6A3B3-CF56-47D1-B639-BBA1F3E6AD70}" srcOrd="2" destOrd="0" presId="urn:microsoft.com/office/officeart/2005/8/layout/hProcess11"/>
    <dgm:cxn modelId="{62521C9F-B58B-4C8B-9197-DB02D0FD371C}" type="presParOf" srcId="{3E453F4F-8542-4366-9417-24838EF39F52}" destId="{79DF04B9-D3FA-4637-8FE2-54C88316AEE6}" srcOrd="3" destOrd="0" presId="urn:microsoft.com/office/officeart/2005/8/layout/hProcess11"/>
    <dgm:cxn modelId="{A9517D69-C64A-4C40-BD9D-A6EA1DA4664F}" type="presParOf" srcId="{3E453F4F-8542-4366-9417-24838EF39F52}" destId="{2CD89D8E-844F-4751-9ED4-934D8D13431F}" srcOrd="4" destOrd="0" presId="urn:microsoft.com/office/officeart/2005/8/layout/hProcess11"/>
    <dgm:cxn modelId="{88F770E9-92C9-4943-AB3D-80AEE33C7612}" type="presParOf" srcId="{2CD89D8E-844F-4751-9ED4-934D8D13431F}" destId="{E825CB39-4161-4BD4-B56C-D7D66AC784A9}" srcOrd="0" destOrd="0" presId="urn:microsoft.com/office/officeart/2005/8/layout/hProcess11"/>
    <dgm:cxn modelId="{2ED28788-0704-4D96-8DF1-944E78559405}" type="presParOf" srcId="{2CD89D8E-844F-4751-9ED4-934D8D13431F}" destId="{9149BB3D-BFCE-48A4-9DA4-F96BAF2D754C}" srcOrd="1" destOrd="0" presId="urn:microsoft.com/office/officeart/2005/8/layout/hProcess11"/>
    <dgm:cxn modelId="{600045A8-0C0D-4F44-AFBF-7CD5323F33DC}" type="presParOf" srcId="{2CD89D8E-844F-4751-9ED4-934D8D13431F}" destId="{5BF42F83-66AA-44AA-81CB-02E602CC9A1A}" srcOrd="2" destOrd="0" presId="urn:microsoft.com/office/officeart/2005/8/layout/hProcess11"/>
    <dgm:cxn modelId="{E2FE00BC-DDE1-477A-A2D3-239B55364FFD}" type="presParOf" srcId="{3E453F4F-8542-4366-9417-24838EF39F52}" destId="{91FF18B9-279D-44AC-AB6A-809673BD0454}" srcOrd="5" destOrd="0" presId="urn:microsoft.com/office/officeart/2005/8/layout/hProcess11"/>
    <dgm:cxn modelId="{72684E3D-5F75-4461-8CDC-007746ABB6E2}" type="presParOf" srcId="{3E453F4F-8542-4366-9417-24838EF39F52}" destId="{8FBCBCAE-6B34-4C0D-A5B1-5C5803E8DF16}" srcOrd="6" destOrd="0" presId="urn:microsoft.com/office/officeart/2005/8/layout/hProcess11"/>
    <dgm:cxn modelId="{CA0A3BD7-7F91-4D5D-8C6F-780208F5B275}" type="presParOf" srcId="{8FBCBCAE-6B34-4C0D-A5B1-5C5803E8DF16}" destId="{0EBD65EF-16C8-4CAF-B1C5-07B555184C42}" srcOrd="0" destOrd="0" presId="urn:microsoft.com/office/officeart/2005/8/layout/hProcess11"/>
    <dgm:cxn modelId="{A8AA8860-5E3F-43DC-83F8-03FBBEDA2308}" type="presParOf" srcId="{8FBCBCAE-6B34-4C0D-A5B1-5C5803E8DF16}" destId="{FBA545A2-AEE8-494D-9109-DB4FC1690CDC}" srcOrd="1" destOrd="0" presId="urn:microsoft.com/office/officeart/2005/8/layout/hProcess11"/>
    <dgm:cxn modelId="{1B27EAD4-C438-432C-84BD-B3B5DBDCBF27}" type="presParOf" srcId="{8FBCBCAE-6B34-4C0D-A5B1-5C5803E8DF16}" destId="{49596337-7706-4DB9-987F-E97E34C48C0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BEE16-8508-4E3C-B363-EA26125704E4}">
      <dsp:nvSpPr>
        <dsp:cNvPr id="0" name=""/>
        <dsp:cNvSpPr/>
      </dsp:nvSpPr>
      <dsp:spPr>
        <a:xfrm>
          <a:off x="0" y="1072617"/>
          <a:ext cx="11080953" cy="1430157"/>
        </a:xfrm>
        <a:prstGeom prst="notchedRightArrow">
          <a:avLst/>
        </a:prstGeom>
        <a:solidFill>
          <a:schemeClr val="accent5"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3246A-01F5-4617-8007-4FBF1AD68367}">
      <dsp:nvSpPr>
        <dsp:cNvPr id="0" name=""/>
        <dsp:cNvSpPr/>
      </dsp:nvSpPr>
      <dsp:spPr>
        <a:xfrm>
          <a:off x="4802" y="0"/>
          <a:ext cx="3605064" cy="143015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Objective of the Car Fault Diagnostic App</a:t>
          </a:r>
          <a:endParaRPr lang="en-CM" sz="1800" kern="1200" dirty="0"/>
        </a:p>
      </dsp:txBody>
      <dsp:txXfrm>
        <a:off x="4802" y="0"/>
        <a:ext cx="3605064" cy="1430157"/>
      </dsp:txXfrm>
    </dsp:sp>
    <dsp:sp modelId="{DA3D72FD-7E73-42A9-B5AD-6DC62EFEA069}">
      <dsp:nvSpPr>
        <dsp:cNvPr id="0" name=""/>
        <dsp:cNvSpPr/>
      </dsp:nvSpPr>
      <dsp:spPr>
        <a:xfrm>
          <a:off x="1628565" y="1608926"/>
          <a:ext cx="357539" cy="357539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59534C-AAE0-40F2-ADA6-3E985BFFEC11}">
      <dsp:nvSpPr>
        <dsp:cNvPr id="0" name=""/>
        <dsp:cNvSpPr/>
      </dsp:nvSpPr>
      <dsp:spPr>
        <a:xfrm>
          <a:off x="3276604" y="2145235"/>
          <a:ext cx="1880156" cy="143015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Overview of UML Designs</a:t>
          </a:r>
          <a:endParaRPr lang="en-CM" sz="2000" kern="1200" dirty="0"/>
        </a:p>
      </dsp:txBody>
      <dsp:txXfrm>
        <a:off x="3276604" y="2145235"/>
        <a:ext cx="1880156" cy="1430157"/>
      </dsp:txXfrm>
    </dsp:sp>
    <dsp:sp modelId="{ED482ADA-D576-485C-963B-3C5F41087FF6}">
      <dsp:nvSpPr>
        <dsp:cNvPr id="0" name=""/>
        <dsp:cNvSpPr/>
      </dsp:nvSpPr>
      <dsp:spPr>
        <a:xfrm>
          <a:off x="3781808" y="1569597"/>
          <a:ext cx="357539" cy="357539"/>
        </a:xfrm>
        <a:prstGeom prst="ellipse">
          <a:avLst/>
        </a:prstGeom>
        <a:solidFill>
          <a:schemeClr val="accent5">
            <a:shade val="50000"/>
            <a:hueOff val="167129"/>
            <a:satOff val="4478"/>
            <a:lumOff val="1972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25CB39-4161-4BD4-B56C-D7D66AC784A9}">
      <dsp:nvSpPr>
        <dsp:cNvPr id="0" name=""/>
        <dsp:cNvSpPr/>
      </dsp:nvSpPr>
      <dsp:spPr>
        <a:xfrm>
          <a:off x="4970092" y="119174"/>
          <a:ext cx="2770946" cy="143015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Key UML Diagrams</a:t>
          </a:r>
          <a:endParaRPr lang="en-CM" sz="1800" kern="1200" dirty="0"/>
        </a:p>
      </dsp:txBody>
      <dsp:txXfrm>
        <a:off x="4970092" y="119174"/>
        <a:ext cx="2770946" cy="1430157"/>
      </dsp:txXfrm>
    </dsp:sp>
    <dsp:sp modelId="{9149BB3D-BFCE-48A4-9DA4-F96BAF2D754C}">
      <dsp:nvSpPr>
        <dsp:cNvPr id="0" name=""/>
        <dsp:cNvSpPr/>
      </dsp:nvSpPr>
      <dsp:spPr>
        <a:xfrm>
          <a:off x="6039105" y="1569597"/>
          <a:ext cx="357539" cy="357539"/>
        </a:xfrm>
        <a:prstGeom prst="ellipse">
          <a:avLst/>
        </a:prstGeom>
        <a:solidFill>
          <a:schemeClr val="accent5">
            <a:shade val="50000"/>
            <a:hueOff val="334258"/>
            <a:satOff val="8955"/>
            <a:lumOff val="394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BD65EF-16C8-4CAF-B1C5-07B555184C42}">
      <dsp:nvSpPr>
        <dsp:cNvPr id="0" name=""/>
        <dsp:cNvSpPr/>
      </dsp:nvSpPr>
      <dsp:spPr>
        <a:xfrm>
          <a:off x="8410161" y="2145235"/>
          <a:ext cx="1557893" cy="143015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Conclusion</a:t>
          </a:r>
          <a:endParaRPr lang="en-CM" sz="1800" kern="1200" dirty="0"/>
        </a:p>
      </dsp:txBody>
      <dsp:txXfrm>
        <a:off x="8410161" y="2145235"/>
        <a:ext cx="1557893" cy="1430157"/>
      </dsp:txXfrm>
    </dsp:sp>
    <dsp:sp modelId="{FBA545A2-AEE8-494D-9109-DB4FC1690CDC}">
      <dsp:nvSpPr>
        <dsp:cNvPr id="0" name=""/>
        <dsp:cNvSpPr/>
      </dsp:nvSpPr>
      <dsp:spPr>
        <a:xfrm>
          <a:off x="9010338" y="1608926"/>
          <a:ext cx="357539" cy="357539"/>
        </a:xfrm>
        <a:prstGeom prst="ellipse">
          <a:avLst/>
        </a:prstGeom>
        <a:solidFill>
          <a:schemeClr val="accent5">
            <a:shade val="50000"/>
            <a:hueOff val="167129"/>
            <a:satOff val="4478"/>
            <a:lumOff val="1972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41BF-F02E-4D03-80E2-37D5D3B05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38189-929E-4852-A7C5-014B789F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212F-3FB5-43BA-A28B-EB63E43D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3B483-3023-4BF8-AF37-F7DC11C0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1E10-EB81-49CF-9F2D-5A28D994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98593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00E9-6E43-401D-B65F-6F39FC3BC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2FB7-E36C-41A2-988A-AE0B4201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7A1B-FBB1-4F2B-B21F-2DB2283B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F5A72-F432-4E51-B5E5-44738F611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248D-2D4B-42EA-A3C4-8FD82995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80056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3F3-EE02-4B50-88BD-1A3C4975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8CF1-235E-4456-85C2-15FC29899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9A0EE-2202-4430-B882-C6A11E0C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87504-EF4E-44C2-BC8B-63FB9F9D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6C688-4278-42E8-A9A2-74982055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81228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ED59-3D9B-4339-9614-DC6581A4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1560-04D8-4720-B40E-1D9028239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32E8-AF6F-498B-971B-54DE8BFEB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63C49-90FD-40EC-8C9E-6CA6D1A2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54524-B765-4FBE-83AA-2003305A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E8070-9198-40CC-A4F3-A1F8B4D3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09378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D902-35F3-49A9-B748-C52DEC15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DF4FD-08BF-4A90-BF61-79789B42D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974CD-87F6-445A-B8D3-401C67049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1ADCE-22B1-4B50-AC47-782BE3F84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7D5BC-1BF0-423F-9250-C5E436E37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6B47B-EB7E-4396-BAC6-FEBAE018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D9C3A-DFBC-4298-B3EA-FDB8821D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355A8-1A52-4A68-84F3-2D2E5F76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94141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3370-E65F-48B8-8A62-92DD47F9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5294F-1D8E-4FDE-B124-CFFA6F3F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71336-9681-48F1-8513-A1EB131A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60D9B-8DB0-4850-AF75-F3331C0E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37949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916A8-B8A1-4875-A475-73A5FE5C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37CFF-A1EF-498E-B19F-FBF5F655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55B7D-5395-4539-87CA-DFD11B27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2623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F2F6-06BA-4063-AA33-FE0BA034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B293-36B5-4DCD-B08F-FAD309440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2C23D-C51A-4171-9654-234E53029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9E265-E0D2-4369-B62F-CCC5CAB1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FFC9E-CD0F-466B-BF0B-A239152A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8EE70-81AE-4A96-868F-9DB882E0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61223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BE58-963E-449C-9B82-55AD9CB7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A26F1-523B-40B6-874B-FB756A841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2291A-60D3-4C1B-B3E3-21059A31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69568-2D5A-45F3-918E-C68D2070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C21D5-B3BF-4174-A8DE-91323BCD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94AAF-AD4E-4F65-85F9-FC59B361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427037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BF35-FD83-4349-8CF5-603D8C2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5D55D-132E-4E96-A6B6-3823E369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73BA8-8705-4540-81F8-12326296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DAE0-1B04-41DE-88F1-C1B65970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3FE8A-776D-42EE-B0D5-403453A6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44294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80E5C-94A8-4C16-B604-6EA4FA25C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D649D-A6AF-440C-86BD-97B0154E4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1418-0B16-46DD-9F53-31FA9045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6342A-FC83-48EF-90E2-DD2EB495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C1999-1B86-4813-8734-A3DFEB2D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0301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04F90-DEFE-4209-872A-91C6153BE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E1D66-827D-4643-9333-B5EEC587A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CE206-45A5-4B0F-B4B6-A455F2D95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AC1D1-D939-4DF5-B6D1-D853AB63BC7C}" type="datetimeFigureOut">
              <a:rPr lang="en-CM" smtClean="0"/>
              <a:t>26/05/2025</a:t>
            </a:fld>
            <a:endParaRPr lang="en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E2964-C6A2-409E-AE1F-F8BAB1BD9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E2DDD-78B7-4E09-BFA2-9067F33F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0ED48-5285-402C-B40D-7779B97D013A}" type="slidenum">
              <a:rPr lang="en-CM" smtClean="0"/>
              <a:t>‹#›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8177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5.sv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9080462" y="-3870014"/>
            <a:ext cx="5849452" cy="5864113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grpSp>
        <p:nvGrpSpPr>
          <p:cNvPr id="3" name="Group 3"/>
          <p:cNvGrpSpPr/>
          <p:nvPr/>
        </p:nvGrpSpPr>
        <p:grpSpPr>
          <a:xfrm>
            <a:off x="7474739" y="379205"/>
            <a:ext cx="502374" cy="50237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78781" y="4855910"/>
            <a:ext cx="1052614" cy="10526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3580" y="821983"/>
            <a:ext cx="11138485" cy="3371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13"/>
              </a:lnSpc>
              <a:spcBef>
                <a:spcPct val="0"/>
              </a:spcBef>
            </a:pPr>
            <a:r>
              <a:rPr lang="en-GB" sz="4800" b="1" spc="30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  <a:ea typeface="+mj-ea"/>
                <a:cs typeface="+mj-cs"/>
              </a:rPr>
              <a:t>CAR DIAGNOSTIC SYSTEM:</a:t>
            </a:r>
          </a:p>
          <a:p>
            <a:pPr>
              <a:lnSpc>
                <a:spcPts val="6813"/>
              </a:lnSpc>
              <a:spcBef>
                <a:spcPct val="0"/>
              </a:spcBef>
            </a:pPr>
            <a:r>
              <a:rPr lang="en-US" sz="4800" dirty="0">
                <a:latin typeface="Algerian" panose="04020705040A02060702" pitchFamily="82" charset="0"/>
              </a:rPr>
              <a:t>Software Design</a:t>
            </a:r>
            <a:br>
              <a:rPr lang="en-US" sz="3600" b="1" cap="all" spc="30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Light"/>
                <a:ea typeface="+mj-ea"/>
                <a:cs typeface="+mj-cs"/>
              </a:rPr>
            </a:br>
            <a:r>
              <a:rPr lang="en-US" sz="3600" b="1" cap="all" spc="30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Light"/>
                <a:ea typeface="+mj-ea"/>
                <a:cs typeface="+mj-cs"/>
              </a:rPr>
              <a:t>presented by Group 21</a:t>
            </a:r>
            <a:br>
              <a:rPr lang="en-US" sz="3600" b="1" cap="all" spc="300" dirty="0">
                <a:ln w="0"/>
                <a:solidFill>
                  <a:srgbClr val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Light"/>
                <a:ea typeface="+mj-ea"/>
                <a:cs typeface="+mj-cs"/>
              </a:rPr>
            </a:br>
            <a:endParaRPr lang="en-US" sz="3200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37D4DAE-9A41-40B7-B43F-DD6F1C7473D7}"/>
              </a:ext>
            </a:extLst>
          </p:cNvPr>
          <p:cNvSpPr txBox="1"/>
          <p:nvPr/>
        </p:nvSpPr>
        <p:spPr>
          <a:xfrm>
            <a:off x="463580" y="3429000"/>
            <a:ext cx="5964361" cy="2893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Angi </a:t>
            </a:r>
            <a:r>
              <a:rPr lang="en-US" sz="213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Atangwa</a:t>
            </a:r>
            <a:endParaRPr lang="en-US" sz="2133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>
              <a:lnSpc>
                <a:spcPct val="150000"/>
              </a:lnSpc>
            </a:pPr>
            <a:r>
              <a:rPr lang="en-US" sz="213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Av’Nyehbeuhkonh</a:t>
            </a:r>
            <a:r>
              <a:rPr lang="en-US" sz="213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Ezekiel</a:t>
            </a:r>
          </a:p>
          <a:p>
            <a:pPr>
              <a:lnSpc>
                <a:spcPct val="150000"/>
              </a:lnSpc>
            </a:pPr>
            <a:r>
              <a:rPr lang="en-US" sz="213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Beng </a:t>
            </a:r>
            <a:r>
              <a:rPr lang="en-US" sz="213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Dze</a:t>
            </a:r>
            <a:endParaRPr lang="en-US" sz="2133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>
              <a:lnSpc>
                <a:spcPct val="150000"/>
              </a:lnSpc>
            </a:pPr>
            <a:r>
              <a:rPr lang="en-US" sz="213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Jong Turkson</a:t>
            </a:r>
          </a:p>
          <a:p>
            <a:pPr>
              <a:lnSpc>
                <a:spcPct val="150000"/>
              </a:lnSpc>
            </a:pPr>
            <a:r>
              <a:rPr lang="en-US" sz="213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Nyuyesemo</a:t>
            </a:r>
            <a:r>
              <a:rPr lang="en-US" sz="213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Calglain</a:t>
            </a:r>
            <a:endParaRPr lang="en-US" sz="2133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>
              <a:lnSpc>
                <a:spcPct val="150000"/>
              </a:lnSpc>
            </a:pPr>
            <a:endParaRPr lang="en-US" sz="2133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BB1A3227-EC3F-48F2-8648-272EEB0D282B}"/>
              </a:ext>
            </a:extLst>
          </p:cNvPr>
          <p:cNvSpPr txBox="1"/>
          <p:nvPr/>
        </p:nvSpPr>
        <p:spPr>
          <a:xfrm>
            <a:off x="6265908" y="6167385"/>
            <a:ext cx="5964361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62"/>
              </a:lnSpc>
            </a:pPr>
            <a:r>
              <a:rPr lang="en-US" sz="24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Course Instructor: Dr </a:t>
            </a:r>
            <a:r>
              <a:rPr lang="en-US" sz="2400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Nkemeni</a:t>
            </a:r>
            <a:r>
              <a:rPr lang="en-US" sz="24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Valery</a:t>
            </a: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21F362A-6E3D-4E08-A6B8-277341A108F8}"/>
              </a:ext>
            </a:extLst>
          </p:cNvPr>
          <p:cNvSpPr/>
          <p:nvPr/>
        </p:nvSpPr>
        <p:spPr>
          <a:xfrm>
            <a:off x="-34122" y="-23670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M" dirty="0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760A2C28-7CD4-4D82-8088-FD3DF7815247}"/>
              </a:ext>
            </a:extLst>
          </p:cNvPr>
          <p:cNvSpPr txBox="1"/>
          <p:nvPr/>
        </p:nvSpPr>
        <p:spPr>
          <a:xfrm>
            <a:off x="206478" y="104431"/>
            <a:ext cx="683615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667"/>
              </a:lnSpc>
            </a:pPr>
            <a:r>
              <a:rPr lang="en-US" sz="3334" dirty="0">
                <a:solidFill>
                  <a:schemeClr val="bg1"/>
                </a:solidFill>
                <a:latin typeface="Heebo Heavy"/>
                <a:ea typeface="Heebo Heavy"/>
                <a:cs typeface="Heebo Heavy"/>
                <a:sym typeface="Heebo Heav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69410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51324" y="233883"/>
            <a:ext cx="462891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6600"/>
              </a:lnSpc>
            </a:pPr>
            <a:r>
              <a:rPr lang="en-US" sz="6000" dirty="0">
                <a:latin typeface="Heebo Heavy"/>
                <a:ea typeface="Heebo Heavy"/>
                <a:cs typeface="Heebo Heavy"/>
                <a:sym typeface="Heebo Heavy"/>
              </a:rPr>
              <a:t>AGENDA</a:t>
            </a:r>
          </a:p>
        </p:txBody>
      </p:sp>
      <p:sp>
        <p:nvSpPr>
          <p:cNvPr id="3" name="Freeform 3"/>
          <p:cNvSpPr/>
          <p:nvPr/>
        </p:nvSpPr>
        <p:spPr>
          <a:xfrm rot="-3836337">
            <a:off x="-1905230" y="-6134058"/>
            <a:ext cx="8250264" cy="9663559"/>
          </a:xfrm>
          <a:custGeom>
            <a:avLst/>
            <a:gdLst/>
            <a:ahLst/>
            <a:cxnLst/>
            <a:rect l="l" t="t" r="r" b="b"/>
            <a:pathLst>
              <a:path w="12375396" h="14495339">
                <a:moveTo>
                  <a:pt x="0" y="0"/>
                </a:moveTo>
                <a:lnTo>
                  <a:pt x="12375396" y="0"/>
                </a:lnTo>
                <a:lnTo>
                  <a:pt x="12375396" y="14495339"/>
                </a:lnTo>
                <a:lnTo>
                  <a:pt x="0" y="1449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685801" y="717550"/>
            <a:ext cx="683615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667"/>
              </a:lnSpc>
            </a:pPr>
            <a:r>
              <a:rPr lang="en-US" sz="3334" dirty="0">
                <a:latin typeface="Heebo Heavy"/>
                <a:ea typeface="Heebo Heavy"/>
                <a:cs typeface="Heebo Heavy"/>
                <a:sym typeface="Heebo Heavy"/>
              </a:rPr>
              <a:t>02</a:t>
            </a:r>
          </a:p>
        </p:txBody>
      </p:sp>
      <p:sp>
        <p:nvSpPr>
          <p:cNvPr id="5" name="Freeform 5"/>
          <p:cNvSpPr/>
          <p:nvPr/>
        </p:nvSpPr>
        <p:spPr>
          <a:xfrm>
            <a:off x="840838" y="5348025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03191" y="4235264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456379" y="-344602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18" name="TextBox 18"/>
          <p:cNvSpPr txBox="1"/>
          <p:nvPr/>
        </p:nvSpPr>
        <p:spPr>
          <a:xfrm>
            <a:off x="1948974" y="1649037"/>
            <a:ext cx="9748057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5720"/>
              </a:lnSpc>
            </a:pPr>
            <a:r>
              <a:rPr lang="en-US" sz="5200" dirty="0">
                <a:latin typeface="Heebo Heavy"/>
                <a:ea typeface="Heebo Heavy"/>
                <a:cs typeface="Heebo Heavy"/>
                <a:sym typeface="Heebo Heavy"/>
              </a:rPr>
              <a:t>Car Fault Diagnostic system:</a:t>
            </a:r>
          </a:p>
          <a:p>
            <a:pPr algn="ctr" defTabSz="609630">
              <a:lnSpc>
                <a:spcPts val="5720"/>
              </a:lnSpc>
            </a:pPr>
            <a:r>
              <a:rPr lang="en-US" sz="5200" dirty="0">
                <a:latin typeface="Heebo Heavy"/>
                <a:ea typeface="Heebo Heavy"/>
                <a:cs typeface="Heebo Heavy"/>
                <a:sym typeface="Heebo Heavy"/>
              </a:rPr>
              <a:t>UML designs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9B0FEBE8-AB01-4944-963F-94DEE6A378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4949901"/>
              </p:ext>
            </p:extLst>
          </p:nvPr>
        </p:nvGraphicFramePr>
        <p:xfrm>
          <a:off x="1032387" y="2729628"/>
          <a:ext cx="11080953" cy="357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26318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9618" y="280142"/>
            <a:ext cx="570307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System Overview</a:t>
            </a: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03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1562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6" name="Freeform 6"/>
          <p:cNvSpPr/>
          <p:nvPr/>
        </p:nvSpPr>
        <p:spPr>
          <a:xfrm>
            <a:off x="-1096660" y="4018956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3248857" y="-13543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9688B-36E4-47D6-B748-D9EDECF8D4B5}"/>
              </a:ext>
            </a:extLst>
          </p:cNvPr>
          <p:cNvSpPr/>
          <p:nvPr/>
        </p:nvSpPr>
        <p:spPr>
          <a:xfrm>
            <a:off x="1155290" y="1141608"/>
            <a:ext cx="9881419" cy="181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Problem:</a:t>
            </a:r>
            <a:endParaRPr lang="en-GB" sz="2800" dirty="0"/>
          </a:p>
          <a:p>
            <a:pPr marL="91440" indent="-18288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800" dirty="0"/>
              <a:t>Users struggle with interpreting dashboard lights/engine sounds.</a:t>
            </a:r>
          </a:p>
          <a:p>
            <a:pPr marL="91440" indent="-18288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800" dirty="0"/>
              <a:t>High repair costs due to lack of accessible tools.</a:t>
            </a:r>
            <a:endParaRPr lang="en-CM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CD6B5C-2A48-4FF9-BE4E-805E90A244EF}"/>
              </a:ext>
            </a:extLst>
          </p:cNvPr>
          <p:cNvSpPr/>
          <p:nvPr/>
        </p:nvSpPr>
        <p:spPr>
          <a:xfrm>
            <a:off x="1155290" y="3305473"/>
            <a:ext cx="10663084" cy="3103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Solution: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800" b="1" dirty="0"/>
              <a:t>Mobile app with: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Dashboard light recognition (camera).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Engine sound analysis (ML).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Multilingual support &amp; offline functionality.</a:t>
            </a:r>
          </a:p>
        </p:txBody>
      </p:sp>
      <p:pic>
        <p:nvPicPr>
          <p:cNvPr id="1026" name="Picture 2" descr="What Is a Car Diagnostic Scanner and Do I Need One?">
            <a:extLst>
              <a:ext uri="{FF2B5EF4-FFF2-40B4-BE49-F238E27FC236}">
                <a16:creationId xmlns:a16="http://schemas.microsoft.com/office/drawing/2014/main" id="{6AF992F8-F9FE-45B7-914B-C5AF4D5DD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879" y="0"/>
            <a:ext cx="1422843" cy="133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OUCANIC Pro Full System OBD-II Diagnostic Scanner | Bi-Directional |">
            <a:extLst>
              <a:ext uri="{FF2B5EF4-FFF2-40B4-BE49-F238E27FC236}">
                <a16:creationId xmlns:a16="http://schemas.microsoft.com/office/drawing/2014/main" id="{7A637BB6-FC52-4072-B7B3-3B615FA38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729" y="3324846"/>
            <a:ext cx="3612993" cy="353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996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4711" y="-83001"/>
            <a:ext cx="10864227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System Boundaries &amp; External Interactions</a:t>
            </a: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D24C54-2BE2-4468-B264-89A49C346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81" y="970901"/>
            <a:ext cx="12015019" cy="31804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D9117D7-8101-413D-923B-6933F3EEC986}"/>
              </a:ext>
            </a:extLst>
          </p:cNvPr>
          <p:cNvSpPr/>
          <p:nvPr/>
        </p:nvSpPr>
        <p:spPr>
          <a:xfrm>
            <a:off x="176981" y="3950014"/>
            <a:ext cx="1144474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200" b="1" dirty="0"/>
          </a:p>
          <a:p>
            <a:r>
              <a:rPr lang="en-US" sz="2200" b="1" dirty="0"/>
              <a:t>System Core: </a:t>
            </a:r>
            <a:r>
              <a:rPr lang="en-US" sz="2200" dirty="0"/>
              <a:t>Car Fault Diagnostics System.</a:t>
            </a:r>
          </a:p>
          <a:p>
            <a:r>
              <a:rPr lang="en-US" sz="2200" b="1" dirty="0"/>
              <a:t>External Entities: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200" dirty="0"/>
              <a:t>Car Owners/Drivers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200" dirty="0"/>
              <a:t>YouTube Cloud Services</a:t>
            </a:r>
          </a:p>
          <a:p>
            <a:r>
              <a:rPr lang="en-US" sz="2200" b="1" dirty="0"/>
              <a:t>Data Flows: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Input: </a:t>
            </a:r>
            <a:r>
              <a:rPr lang="en-US" sz="2200" dirty="0"/>
              <a:t>Car Symptoms → Output: Fault Report, Repair Suggestions.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200" b="1" dirty="0"/>
              <a:t>Request: </a:t>
            </a:r>
            <a:r>
              <a:rPr lang="en-US" sz="2200" dirty="0"/>
              <a:t>Repair Video Option → Response: Repair Video Solutions.</a:t>
            </a:r>
          </a:p>
        </p:txBody>
      </p:sp>
    </p:spTree>
    <p:extLst>
      <p:ext uri="{BB962C8B-B14F-4D97-AF65-F5344CB8AC3E}">
        <p14:creationId xmlns:p14="http://schemas.microsoft.com/office/powerpoint/2010/main" val="315524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9618" y="280142"/>
            <a:ext cx="570307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Use Case Diagram</a:t>
            </a: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05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3454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3248857" y="-13543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9688B-36E4-47D6-B748-D9EDECF8D4B5}"/>
              </a:ext>
            </a:extLst>
          </p:cNvPr>
          <p:cNvSpPr/>
          <p:nvPr/>
        </p:nvSpPr>
        <p:spPr>
          <a:xfrm>
            <a:off x="235974" y="1196814"/>
            <a:ext cx="98396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Actors: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2800" dirty="0"/>
              <a:t>Car owner (primary)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2800" dirty="0"/>
              <a:t>System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2800" dirty="0"/>
              <a:t>Mechani</a:t>
            </a:r>
            <a:r>
              <a:rPr lang="en-GB" sz="3200" dirty="0"/>
              <a:t>c</a:t>
            </a:r>
          </a:p>
          <a:p>
            <a:pPr lvl="1"/>
            <a:endParaRPr lang="en-GB" sz="2800" dirty="0"/>
          </a:p>
          <a:p>
            <a:r>
              <a:rPr lang="en-GB" sz="3200" b="1" dirty="0"/>
              <a:t>Core Use Cases:</a:t>
            </a:r>
            <a:endParaRPr lang="en-GB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2800" dirty="0"/>
              <a:t>Scan dashboard light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2800" dirty="0"/>
              <a:t>Record engine sound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2800" dirty="0"/>
              <a:t>View tutorials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2800" dirty="0"/>
              <a:t>Locate mechanics.</a:t>
            </a:r>
          </a:p>
          <a:p>
            <a:pPr lvl="1"/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4CC65A-0B9A-461F-A06F-B4FFD966B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354" y="1196814"/>
            <a:ext cx="7757653" cy="538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89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2178" y="170528"/>
            <a:ext cx="9483577" cy="817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System Structure &amp; Key Classes</a:t>
            </a: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EC65E-CD93-468D-8771-AEE08AB08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732"/>
            <a:ext cx="12044516" cy="5957428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0" y="63454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3248857" y="-13543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959583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2725" y="-130677"/>
            <a:ext cx="11198942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Sequence Diagram (Dashboard Light Scan)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Heebo Heavy"/>
              <a:ea typeface="Heebo Heavy"/>
              <a:cs typeface="Heebo Heavy"/>
              <a:sym typeface="Heebo Heavy"/>
            </a:endParaRP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3457D3-C2E6-4644-B132-31F75A6C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" y="808712"/>
            <a:ext cx="12074014" cy="579299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07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3454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3248857" y="-13543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9688B-36E4-47D6-B748-D9EDECF8D4B5}"/>
              </a:ext>
            </a:extLst>
          </p:cNvPr>
          <p:cNvSpPr/>
          <p:nvPr/>
        </p:nvSpPr>
        <p:spPr>
          <a:xfrm>
            <a:off x="235974" y="1196814"/>
            <a:ext cx="98396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GB" sz="2800" dirty="0"/>
          </a:p>
          <a:p>
            <a:pPr lvl="1"/>
            <a:endParaRPr lang="en-GB" sz="3200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8C394A1-E31E-4279-9106-0A5F0B047746}"/>
              </a:ext>
            </a:extLst>
          </p:cNvPr>
          <p:cNvSpPr/>
          <p:nvPr/>
        </p:nvSpPr>
        <p:spPr>
          <a:xfrm>
            <a:off x="-1529279" y="4018956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719170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2725" y="-130677"/>
            <a:ext cx="11198942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 Data Flow diagram 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Heebo Heavy"/>
              <a:ea typeface="Heebo Heavy"/>
              <a:cs typeface="Heebo Heavy"/>
              <a:sym typeface="Heebo Heavy"/>
            </a:endParaRP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08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3454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2871784" y="-13543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9688B-36E4-47D6-B748-D9EDECF8D4B5}"/>
              </a:ext>
            </a:extLst>
          </p:cNvPr>
          <p:cNvSpPr/>
          <p:nvPr/>
        </p:nvSpPr>
        <p:spPr>
          <a:xfrm>
            <a:off x="235974" y="1196814"/>
            <a:ext cx="98396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GB" sz="2800" dirty="0"/>
          </a:p>
          <a:p>
            <a:pPr lvl="1"/>
            <a:endParaRPr lang="en-GB" sz="3200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8C394A1-E31E-4279-9106-0A5F0B047746}"/>
              </a:ext>
            </a:extLst>
          </p:cNvPr>
          <p:cNvSpPr/>
          <p:nvPr/>
        </p:nvSpPr>
        <p:spPr>
          <a:xfrm>
            <a:off x="-1529279" y="4018956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AE3F7-546B-4244-972D-A009A9CA8A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619" y="561575"/>
            <a:ext cx="9839615" cy="616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7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2725" y="-130677"/>
            <a:ext cx="11198942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ebo Heavy"/>
                <a:ea typeface="Heebo Heavy"/>
                <a:cs typeface="Heebo Heavy"/>
                <a:sym typeface="Heebo Heavy"/>
              </a:rPr>
              <a:t>Deployment Diagram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Heebo Heavy"/>
              <a:ea typeface="Heebo Heavy"/>
              <a:cs typeface="Heebo Heavy"/>
              <a:sym typeface="Heebo Heavy"/>
            </a:endParaRPr>
          </a:p>
        </p:txBody>
      </p:sp>
      <p:sp>
        <p:nvSpPr>
          <p:cNvPr id="3" name="Freeform 3"/>
          <p:cNvSpPr/>
          <p:nvPr/>
        </p:nvSpPr>
        <p:spPr>
          <a:xfrm rot="2126705">
            <a:off x="-561583" y="-1472703"/>
            <a:ext cx="2192211" cy="2096303"/>
          </a:xfrm>
          <a:custGeom>
            <a:avLst/>
            <a:gdLst/>
            <a:ahLst/>
            <a:cxnLst/>
            <a:rect l="l" t="t" r="r" b="b"/>
            <a:pathLst>
              <a:path w="3288317" h="3144454">
                <a:moveTo>
                  <a:pt x="0" y="0"/>
                </a:moveTo>
                <a:lnTo>
                  <a:pt x="3288318" y="0"/>
                </a:lnTo>
                <a:lnTo>
                  <a:pt x="3288318" y="3144453"/>
                </a:lnTo>
                <a:lnTo>
                  <a:pt x="0" y="31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4" name="TextBox 4"/>
          <p:cNvSpPr txBox="1"/>
          <p:nvPr/>
        </p:nvSpPr>
        <p:spPr>
          <a:xfrm>
            <a:off x="390815" y="42898"/>
            <a:ext cx="541331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7"/>
              </a:lnSpc>
            </a:pPr>
            <a:r>
              <a:rPr lang="en-US" sz="3334" dirty="0">
                <a:solidFill>
                  <a:srgbClr val="FFFFFF"/>
                </a:solidFill>
                <a:latin typeface="Heebo Heavy"/>
                <a:ea typeface="Heebo Heavy"/>
                <a:cs typeface="Heebo Heavy"/>
                <a:sym typeface="Heebo Heavy"/>
              </a:rPr>
              <a:t>09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345413"/>
            <a:ext cx="869841" cy="824175"/>
          </a:xfrm>
          <a:custGeom>
            <a:avLst/>
            <a:gdLst/>
            <a:ahLst/>
            <a:cxnLst/>
            <a:rect l="l" t="t" r="r" b="b"/>
            <a:pathLst>
              <a:path w="1304761" h="1236262">
                <a:moveTo>
                  <a:pt x="0" y="0"/>
                </a:moveTo>
                <a:lnTo>
                  <a:pt x="1304761" y="0"/>
                </a:lnTo>
                <a:lnTo>
                  <a:pt x="1304761" y="1236262"/>
                </a:lnTo>
                <a:lnTo>
                  <a:pt x="0" y="123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7" name="Freeform 7"/>
          <p:cNvSpPr/>
          <p:nvPr/>
        </p:nvSpPr>
        <p:spPr>
          <a:xfrm>
            <a:off x="2374731" y="-1393649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9688B-36E4-47D6-B748-D9EDECF8D4B5}"/>
              </a:ext>
            </a:extLst>
          </p:cNvPr>
          <p:cNvSpPr/>
          <p:nvPr/>
        </p:nvSpPr>
        <p:spPr>
          <a:xfrm>
            <a:off x="235974" y="1196814"/>
            <a:ext cx="983961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GB" sz="2800" dirty="0"/>
          </a:p>
          <a:p>
            <a:pPr lvl="1"/>
            <a:endParaRPr lang="en-GB" sz="3200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8C394A1-E31E-4279-9106-0A5F0B047746}"/>
              </a:ext>
            </a:extLst>
          </p:cNvPr>
          <p:cNvSpPr/>
          <p:nvPr/>
        </p:nvSpPr>
        <p:spPr>
          <a:xfrm>
            <a:off x="-1489529" y="4648220"/>
            <a:ext cx="1639621" cy="1524848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M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380A2-DD4D-4E7E-B48C-DA5D8C9886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458"/>
          <a:stretch/>
        </p:blipFill>
        <p:spPr>
          <a:xfrm>
            <a:off x="4355691" y="784525"/>
            <a:ext cx="7836310" cy="56949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CE1678-0CC5-4437-B678-7C9028E8DB98}"/>
              </a:ext>
            </a:extLst>
          </p:cNvPr>
          <p:cNvSpPr/>
          <p:nvPr/>
        </p:nvSpPr>
        <p:spPr>
          <a:xfrm>
            <a:off x="98232" y="1065005"/>
            <a:ext cx="4395201" cy="406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Nodes:</a:t>
            </a:r>
          </a:p>
          <a:p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Mobile Device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Server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External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Visual: </a:t>
            </a:r>
            <a:r>
              <a:rPr lang="en-US" sz="2400" dirty="0"/>
              <a:t>High-level deployment diagram (mobile ↔ server ↔ cloud).</a:t>
            </a:r>
            <a:endParaRPr lang="en-CM" sz="2400" dirty="0"/>
          </a:p>
        </p:txBody>
      </p:sp>
    </p:spTree>
    <p:extLst>
      <p:ext uri="{BB962C8B-B14F-4D97-AF65-F5344CB8AC3E}">
        <p14:creationId xmlns:p14="http://schemas.microsoft.com/office/powerpoint/2010/main" val="1034189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E5C6A4-1158-432D-9B2F-258D59D68B31}"/>
              </a:ext>
            </a:extLst>
          </p:cNvPr>
          <p:cNvSpPr/>
          <p:nvPr/>
        </p:nvSpPr>
        <p:spPr>
          <a:xfrm>
            <a:off x="240383" y="1643586"/>
            <a:ext cx="11711233" cy="2149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/>
              <a:t>Key Takeaways</a:t>
            </a:r>
            <a:r>
              <a:rPr lang="en-GB" sz="2000" b="1" dirty="0"/>
              <a:t>:</a:t>
            </a:r>
          </a:p>
          <a:p>
            <a:endParaRPr lang="en-GB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800" dirty="0"/>
              <a:t>UML designs ensure clarity (use cases, data flow, deployment).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800" dirty="0"/>
              <a:t>Modular architecture (MVVM) supports 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702CB-BC53-41C2-A9E0-DEE1D942F324}"/>
              </a:ext>
            </a:extLst>
          </p:cNvPr>
          <p:cNvSpPr/>
          <p:nvPr/>
        </p:nvSpPr>
        <p:spPr>
          <a:xfrm>
            <a:off x="1253765" y="357770"/>
            <a:ext cx="843698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800" b="1" dirty="0"/>
              <a:t>Conclusion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923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66988" y="2675566"/>
            <a:ext cx="8258025" cy="12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95"/>
              </a:lnSpc>
            </a:pPr>
            <a:r>
              <a:rPr lang="en-US" sz="792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1506201" y="2056782"/>
            <a:ext cx="3012471" cy="2626577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324388" y="2056782"/>
            <a:ext cx="3012471" cy="2626577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334543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248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Calibri</vt:lpstr>
      <vt:lpstr>Calibri Light</vt:lpstr>
      <vt:lpstr>Century Gothic Paneuropean</vt:lpstr>
      <vt:lpstr>Century Gothic Paneuropean Bold</vt:lpstr>
      <vt:lpstr>Heebo Heavy</vt:lpstr>
      <vt:lpstr>Montserrat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CarlStorm</dc:creator>
  <cp:lastModifiedBy>CarlStorm</cp:lastModifiedBy>
  <cp:revision>16</cp:revision>
  <dcterms:created xsi:type="dcterms:W3CDTF">2025-05-25T17:52:30Z</dcterms:created>
  <dcterms:modified xsi:type="dcterms:W3CDTF">2025-05-26T11:07:12Z</dcterms:modified>
</cp:coreProperties>
</file>