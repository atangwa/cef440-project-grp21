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Fraunces Extra Bold" panose="020B0604020202020204" charset="0"/>
      <p:regular r:id="rId11"/>
    </p:embeddedFont>
    <p:embeddedFont>
      <p:font typeface="Nobil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8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820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 Fault Diagnostic App: Database Design &amp; Implementation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4854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 code: CEF 440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Course Instructor: Dr. Nkemeni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7846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            </a:t>
            </a:r>
            <a:r>
              <a:rPr lang="en-US" sz="17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 group 21</a:t>
            </a:r>
            <a:endParaRPr lang="en-US" sz="17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1415DA-9F4B-99D8-00E0-A2EA146B64C4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5848"/>
            <a:ext cx="6840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 &amp; Purpose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47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presentation outlines the complete backend and database design of the MFix Car Fault Diagnostic Application. The mobile system helps users identify vehicle issues through image and sound diagnostics.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998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998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12194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4164449"/>
            <a:ext cx="340162" cy="4252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906" y="4199811"/>
            <a:ext cx="42693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Structured Data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69022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and organize vehicle data, user information, and diagnostic results efficiently.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57003" y="412194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4" y="4164449"/>
            <a:ext cx="340162" cy="4252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94119" y="41998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Fault Repository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194119" y="469022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comprehensive car fault codes, symptoms, and potential causes.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586966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5912168"/>
            <a:ext cx="340162" cy="4252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30906" y="5947529"/>
            <a:ext cx="34298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Track User Interactions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530906" y="643794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personalized recommendations through diagnostic history tracking.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57003" y="586966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074" y="5912168"/>
            <a:ext cx="340162" cy="4252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94119" y="5947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Fast Retrieval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194119" y="643794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 quick, accurate diagnostic results for timely user feedback.</a:t>
            </a:r>
            <a:endParaRPr lang="en-US" sz="175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378DE2-FA56-073D-4CB4-58C1F3E1FF58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1733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Entities &amp; Attributes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27708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61241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UserID, Name, Email, Phone, Registration Date, Role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85" y="3805714"/>
            <a:ext cx="318968" cy="3986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5132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Vehicle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003709"/>
            <a:ext cx="42389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VehicleID, UserID, Model, Year, VIN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797" y="3378637"/>
            <a:ext cx="318968" cy="3986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9063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Diagnostic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396740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DiagnosticID, VehicleID, Date, Type, Status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1041" y="4496633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5662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Mechanic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597628" y="6152793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MechanicID, Name, Speciality, ContactInfo, Availability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18797" y="5614630"/>
            <a:ext cx="318968" cy="398621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197418" y="5223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Notification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5713809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NotificationID, UserID, VehicleID, Message, Date, Type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4585" y="5187553"/>
            <a:ext cx="318968" cy="398621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8CBC88-FD46-C3AE-5222-1F08FBC249C0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28668"/>
            <a:ext cx="74920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Database Implementation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77608"/>
            <a:ext cx="4196358" cy="2758559"/>
          </a:xfrm>
          <a:prstGeom prst="roundRect">
            <a:avLst>
              <a:gd name="adj" fmla="val 740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Firebase Firestore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94841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Chosen for its flexibility, scalability, and real-time capabilities. Perfect for mobile applications with minimal server management.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677608"/>
            <a:ext cx="4196358" cy="2758559"/>
          </a:xfrm>
          <a:prstGeom prst="roundRect">
            <a:avLst>
              <a:gd name="adj" fmla="val 740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Logical Schema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394841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collections for users, vehicles, mechanics, diagnostics, results, requests, and notifications with consistent structure.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677608"/>
            <a:ext cx="4196358" cy="2758559"/>
          </a:xfrm>
          <a:prstGeom prst="roundRect">
            <a:avLst>
              <a:gd name="adj" fmla="val 740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394841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composite indexes for common queries. Used denormalization, pagination, and timestamps for performance.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1AC85E-9064-E11C-0AD6-28BCA219ACDF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374"/>
            <a:ext cx="73137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Backend Implementation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40781"/>
            <a:ext cx="2173724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2894886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667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Node.js &amp; Express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158014"/>
            <a:ext cx="74540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Server-side JavaScript runtime with web framework for RESTful APIs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732490"/>
            <a:ext cx="10642402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861078"/>
            <a:ext cx="4347567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315182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087892"/>
            <a:ext cx="29734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Firebase Admin SDK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578310"/>
            <a:ext cx="71599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Backend access to Firebase Authentication, Firestore, and Storage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152787"/>
            <a:ext cx="8468558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281374"/>
            <a:ext cx="6521410" cy="1669852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508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RESTful Routes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998607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Endpoints for users, vehicles, diagnostics, results, and requests</a:t>
            </a:r>
            <a:endParaRPr lang="en-US" sz="175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C54512-14DF-9A47-BB36-13559EB4BB85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62720"/>
            <a:ext cx="69777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AI-Powered Diagnostics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11660"/>
            <a:ext cx="3260646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59078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Image Capture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449497"/>
            <a:ext cx="28070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takes photo of dashboard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35" y="4711660"/>
            <a:ext cx="3260765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81249" y="5959078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API Processing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281249" y="6449497"/>
            <a:ext cx="28071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Gemini API analyzes image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11660"/>
            <a:ext cx="3260646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42014" y="5959078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Fault Identification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542014" y="6449497"/>
            <a:ext cx="28070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identifies potential issues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5846" y="4711660"/>
            <a:ext cx="3260765" cy="9072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02660" y="5959078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Solution Delivery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02660" y="6449497"/>
            <a:ext cx="28071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YouTube videos for repair guidance</a:t>
            </a:r>
            <a:endParaRPr lang="en-US" sz="17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13F1E5-0C78-1263-682C-C5C5FE498412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045" y="921187"/>
            <a:ext cx="7661910" cy="132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Sound Diagnostics Innovation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979170" y="2561987"/>
            <a:ext cx="22860" cy="4746308"/>
          </a:xfrm>
          <a:prstGeom prst="roundRect">
            <a:avLst>
              <a:gd name="adj" fmla="val 833592"/>
            </a:avLst>
          </a:prstGeom>
          <a:solidFill>
            <a:srgbClr val="CED9CE"/>
          </a:solidFill>
          <a:ln/>
        </p:spPr>
      </p:sp>
      <p:sp>
        <p:nvSpPr>
          <p:cNvPr id="5" name="Shape 2"/>
          <p:cNvSpPr/>
          <p:nvPr/>
        </p:nvSpPr>
        <p:spPr>
          <a:xfrm>
            <a:off x="1194495" y="2788682"/>
            <a:ext cx="635079" cy="22860"/>
          </a:xfrm>
          <a:prstGeom prst="roundRect">
            <a:avLst>
              <a:gd name="adj" fmla="val 833592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740985" y="2561987"/>
            <a:ext cx="476369" cy="476369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41" y="2601635"/>
            <a:ext cx="317540" cy="3969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37874" y="2634734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Dataset Collection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2037874" y="3092410"/>
            <a:ext cx="6365081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34 labeled audio recordings of engine sounds from Kaggle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194495" y="4081105"/>
            <a:ext cx="635079" cy="22860"/>
          </a:xfrm>
          <a:prstGeom prst="roundRect">
            <a:avLst>
              <a:gd name="adj" fmla="val 833592"/>
            </a:avLst>
          </a:prstGeom>
          <a:solidFill>
            <a:srgbClr val="CED9CE"/>
          </a:solidFill>
          <a:ln/>
        </p:spPr>
      </p:sp>
      <p:sp>
        <p:nvSpPr>
          <p:cNvPr id="11" name="Shape 7"/>
          <p:cNvSpPr/>
          <p:nvPr/>
        </p:nvSpPr>
        <p:spPr>
          <a:xfrm>
            <a:off x="740985" y="3854410"/>
            <a:ext cx="476369" cy="476369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341" y="3894058"/>
            <a:ext cx="317540" cy="3969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37874" y="3927157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 Training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2037874" y="4384834"/>
            <a:ext cx="6365081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Pre-trained audio classification model from HuggingFace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1194495" y="5373529"/>
            <a:ext cx="635079" cy="22860"/>
          </a:xfrm>
          <a:prstGeom prst="roundRect">
            <a:avLst>
              <a:gd name="adj" fmla="val 833592"/>
            </a:avLst>
          </a:prstGeom>
          <a:solidFill>
            <a:srgbClr val="CED9CE"/>
          </a:solidFill>
          <a:ln/>
        </p:spPr>
      </p:sp>
      <p:sp>
        <p:nvSpPr>
          <p:cNvPr id="16" name="Shape 11"/>
          <p:cNvSpPr/>
          <p:nvPr/>
        </p:nvSpPr>
        <p:spPr>
          <a:xfrm>
            <a:off x="740985" y="5146834"/>
            <a:ext cx="476369" cy="476369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41" y="5186482"/>
            <a:ext cx="317540" cy="3969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37874" y="521958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Fine-Tuning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2037874" y="5677257"/>
            <a:ext cx="6365081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Adapted to vehicle engine sound patterns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1194495" y="6665952"/>
            <a:ext cx="635079" cy="22860"/>
          </a:xfrm>
          <a:prstGeom prst="roundRect">
            <a:avLst>
              <a:gd name="adj" fmla="val 833592"/>
            </a:avLst>
          </a:prstGeom>
          <a:solidFill>
            <a:srgbClr val="CED9CE"/>
          </a:solidFill>
          <a:ln/>
        </p:spPr>
      </p:sp>
      <p:sp>
        <p:nvSpPr>
          <p:cNvPr id="21" name="Shape 15"/>
          <p:cNvSpPr/>
          <p:nvPr/>
        </p:nvSpPr>
        <p:spPr>
          <a:xfrm>
            <a:off x="740985" y="6439257"/>
            <a:ext cx="476369" cy="476369"/>
          </a:xfrm>
          <a:prstGeom prst="roundRect">
            <a:avLst>
              <a:gd name="adj" fmla="val 40002"/>
            </a:avLst>
          </a:prstGeom>
          <a:solidFill>
            <a:srgbClr val="E8F3E8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41" y="6478905"/>
            <a:ext cx="317540" cy="3969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37874" y="6512004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Implementation</a:t>
            </a:r>
            <a:endParaRPr lang="en-US" sz="2050" dirty="0"/>
          </a:p>
        </p:txBody>
      </p:sp>
      <p:sp>
        <p:nvSpPr>
          <p:cNvPr id="24" name="Text 17"/>
          <p:cNvSpPr/>
          <p:nvPr/>
        </p:nvSpPr>
        <p:spPr>
          <a:xfrm>
            <a:off x="2037874" y="6969681"/>
            <a:ext cx="6365081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Integrated with backend for real-time analysis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545" y="584240"/>
            <a:ext cx="5956697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Future Enhancements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116" y="1672947"/>
            <a:ext cx="1626394" cy="122396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90" y="2249924"/>
            <a:ext cx="298728" cy="3733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54918" y="1885355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Google Sign-In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5054918" y="2344698"/>
            <a:ext cx="2896433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OAuth2.0 integration</a:t>
            </a:r>
            <a:endParaRPr lang="en-US" sz="1650" dirty="0"/>
          </a:p>
        </p:txBody>
      </p:sp>
      <p:sp>
        <p:nvSpPr>
          <p:cNvPr id="7" name="Shape 3"/>
          <p:cNvSpPr/>
          <p:nvPr/>
        </p:nvSpPr>
        <p:spPr>
          <a:xfrm>
            <a:off x="4895612" y="2913936"/>
            <a:ext cx="8938141" cy="11430"/>
          </a:xfrm>
          <a:prstGeom prst="roundRect">
            <a:avLst>
              <a:gd name="adj" fmla="val 1672968"/>
            </a:avLst>
          </a:prstGeom>
          <a:solidFill>
            <a:srgbClr val="CED9CE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800" y="2950012"/>
            <a:ext cx="3252907" cy="122396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9890" y="3375303"/>
            <a:ext cx="298728" cy="3733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68114" y="3162419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Route Protection</a:t>
            </a:r>
            <a:endParaRPr lang="en-US" sz="2050" dirty="0"/>
          </a:p>
        </p:txBody>
      </p:sp>
      <p:sp>
        <p:nvSpPr>
          <p:cNvPr id="11" name="Text 5"/>
          <p:cNvSpPr/>
          <p:nvPr/>
        </p:nvSpPr>
        <p:spPr>
          <a:xfrm>
            <a:off x="5868114" y="3621762"/>
            <a:ext cx="3461147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Token verification for API security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5708809" y="4191000"/>
            <a:ext cx="8124944" cy="11430"/>
          </a:xfrm>
          <a:prstGeom prst="roundRect">
            <a:avLst>
              <a:gd name="adj" fmla="val 1672968"/>
            </a:avLst>
          </a:prstGeom>
          <a:solidFill>
            <a:srgbClr val="CED9CE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9603" y="4227076"/>
            <a:ext cx="4879419" cy="122396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9890" y="4652367"/>
            <a:ext cx="298728" cy="3733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81430" y="443948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Push Notifications</a:t>
            </a:r>
            <a:endParaRPr lang="en-US" sz="2050" dirty="0"/>
          </a:p>
        </p:txBody>
      </p:sp>
      <p:sp>
        <p:nvSpPr>
          <p:cNvPr id="16" name="Text 8"/>
          <p:cNvSpPr/>
          <p:nvPr/>
        </p:nvSpPr>
        <p:spPr>
          <a:xfrm>
            <a:off x="6681430" y="4898827"/>
            <a:ext cx="371856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alerts for diagnosis results</a:t>
            </a:r>
            <a:endParaRPr lang="en-US" sz="1650" dirty="0"/>
          </a:p>
        </p:txBody>
      </p:sp>
      <p:sp>
        <p:nvSpPr>
          <p:cNvPr id="17" name="Shape 9"/>
          <p:cNvSpPr/>
          <p:nvPr/>
        </p:nvSpPr>
        <p:spPr>
          <a:xfrm>
            <a:off x="6522125" y="5468064"/>
            <a:ext cx="7311628" cy="11430"/>
          </a:xfrm>
          <a:prstGeom prst="roundRect">
            <a:avLst>
              <a:gd name="adj" fmla="val 1672968"/>
            </a:avLst>
          </a:prstGeom>
          <a:solidFill>
            <a:srgbClr val="CED9CE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87" y="5504140"/>
            <a:ext cx="6505932" cy="1223963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9890" y="5929432"/>
            <a:ext cx="298728" cy="3733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494627" y="5716548"/>
            <a:ext cx="2685455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Diagnostics History</a:t>
            </a:r>
            <a:endParaRPr lang="en-US" sz="2050" dirty="0"/>
          </a:p>
        </p:txBody>
      </p:sp>
      <p:sp>
        <p:nvSpPr>
          <p:cNvPr id="21" name="Text 11"/>
          <p:cNvSpPr/>
          <p:nvPr/>
        </p:nvSpPr>
        <p:spPr>
          <a:xfrm>
            <a:off x="7494627" y="6175891"/>
            <a:ext cx="396240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record of past analyses</a:t>
            </a:r>
            <a:endParaRPr lang="en-US" sz="1650" dirty="0"/>
          </a:p>
        </p:txBody>
      </p:sp>
      <p:sp>
        <p:nvSpPr>
          <p:cNvPr id="22" name="Text 12"/>
          <p:cNvSpPr/>
          <p:nvPr/>
        </p:nvSpPr>
        <p:spPr>
          <a:xfrm>
            <a:off x="743545" y="6967061"/>
            <a:ext cx="1314330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MFix backend provides a scalable, secure foundation for the diagnostic app. It enables seamless interaction between users, mechanics, and diagnostic data in a smart, responsive way.</a:t>
            </a:r>
            <a:endParaRPr lang="en-US" sz="165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BE445C-9773-024D-50AE-F9637E8EA9FE}"/>
              </a:ext>
            </a:extLst>
          </p:cNvPr>
          <p:cNvSpPr/>
          <p:nvPr/>
        </p:nvSpPr>
        <p:spPr>
          <a:xfrm>
            <a:off x="12730163" y="7794783"/>
            <a:ext cx="1775698" cy="43041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Custom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Fraunces Extra Bold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Dze Mein</cp:lastModifiedBy>
  <cp:revision>2</cp:revision>
  <dcterms:created xsi:type="dcterms:W3CDTF">2025-06-09T20:19:09Z</dcterms:created>
  <dcterms:modified xsi:type="dcterms:W3CDTF">2025-06-09T20:34:19Z</dcterms:modified>
</cp:coreProperties>
</file>